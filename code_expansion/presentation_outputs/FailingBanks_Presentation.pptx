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c4a42e26d1f171f73288202dc208237821717f3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030d1ce4ec11a218c5128be88321f90db3e5a0d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4ac52f423552bdc8e6189dbbc3e206f245d7d62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893cc0c6801767f990b88fdf2f2f1c53311c7603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d3482646a29a6c0061e367e57faea7d423387f25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Bank Failure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Can Fundamentals Predict Failure?
Evidence from 160 Years of U.S. Banking
Correia, Luck, Verner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Can Bank Fundamentals Predict Failure?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Traditional Debate:
• Bank Runs View (Diamond &amp; Dybvig 1983):
  - Multiple equilibria, coordination failures
  - Runs are unpredictable "sunspot" events
  - Fundamentals don't matter
• Fundamentals View (Gorton &amp; Pennacchi 2005):
  - Runs are responses to weak fundamentals
  - Bank condition determines vulnerability
  - Predictable from balance sheet data
Which view is correct?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Predictors: Insolvency &amp; Funding Fragility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Fundamentals Predict Failure Across All Eras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Multiplicative Risk: Insolvency ×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Key Insight: Effects Are Multiplicative, Not Just Additive
• Neither metric alone creates extreme risk
• COMBINATION is deadly:
  - Banks with BOTH weak fundamentals face 18x-25x higher risk
  - Historical: 1.5% → 27% failure probability
  - Modern: 0.5% → 12.5% failure probability
• Evidence of interaction effects:
  - Interaction coefficient: β = 0.74 (p &lt; 0.01)
  - Confirms multiplicative relationship
• Policy Implication:
  - Supports fundamentals-based view of bank runs
  - Runs are NOT random coordination failures
  - Runs reflect underlying bank weakness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Main Findings:
✓ Insolvency and funding fragility have multiplicative effects
✓ Pattern holds across 160 years and different regulatory regimes
✓ Pre-FDIC (1863-1934): 2.5% average failure rate
  Post-FDIC (1935-2024): 1.0% average failure rate
Policy Implications:
• Evidence supports Gorton &amp; Pennacchi fundamentals view
• Bank runs are NOT unpredictable coordination failures
• Regulatory focus on fundamentals is justified
• Early warning systems should monitor BOTH solvency AND funding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Data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Data Coverage:
• NULL banks
• NULL bank-year observations
• 160 years of data (1863-2024)
• NULL failure events
Methodology:
• Logistic regression with interaction effects
• Driscoll-Kraay standard errors (robust to serial correlation)
• Out-of-sample validation (not just in-sample fitting)
• Multiple model specifications (solvency, funding, interaction, full)
Key Variables:
• Solvency: Surplus/Equity ratio (distance to default)
• Funding: Noncore liabilities/Assets (fragility measure)
• Interaction: Solvency × Funding (multiplicative effects)
• Controls: Loan growth, GDP growth, inflation, bank age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2025-11-17T22:23:02Z</dcterms:modified>
  <cp:category/>
</cp:coreProperties>
</file>